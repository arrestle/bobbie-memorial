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media/image8.jpeg" ContentType="image/jpeg"/>
  <Override PartName="/ppt/media/image9.jpeg" ContentType="image/jpeg"/>
  <Override PartName="/ppt/media/image10.jpeg" ContentType="image/jpeg"/>
  <Override PartName="/ppt/media/image11.jpeg" ContentType="image/jpeg"/>
  <Override PartName="/ppt/media/image12.jpeg" ContentType="image/jpeg"/>
  <Override PartName="/ppt/media/image13.jpeg" ContentType="image/jpeg"/>
  <Override PartName="/ppt/media/image14.jpeg" ContentType="image/jpeg"/>
  <Override PartName="/ppt/media/image15.jpeg" ContentType="image/jpeg"/>
  <Override PartName="/ppt/media/image16.jpeg" ContentType="image/jpeg"/>
  <Override PartName="/ppt/media/image17.jpeg" ContentType="image/jpeg"/>
  <Override PartName="/ppt/media/image18.jpeg" ContentType="image/jpeg"/>
  <Override PartName="/ppt/media/image19.jpeg" ContentType="image/jpeg"/>
  <Override PartName="/ppt/media/image20.jpeg" ContentType="image/jpeg"/>
  <Override PartName="/ppt/media/image21.jpeg" ContentType="image/jpeg"/>
  <Override PartName="/ppt/media/image22.jpeg" ContentType="image/jpeg"/>
  <Override PartName="/ppt/media/image23.jpeg" ContentType="image/jpeg"/>
  <Override PartName="/ppt/media/image24.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700043" y="6473952"/>
            <a:ext cx="232878" cy="228511"/>
          </a:xfrm>
          <a:prstGeom prst="rect">
            <a:avLst/>
          </a:prstGeom>
          <a:ln w="12700">
            <a:miter lim="400000"/>
          </a:ln>
        </p:spPr>
        <p:txBody>
          <a:bodyPr wrap="none" lIns="45719" rIns="45719">
            <a:spAutoFit/>
          </a:bodyPr>
          <a:lstStyle>
            <a:lvl1pPr algn="r">
              <a:defRPr sz="1000">
                <a:solidFill>
                  <a:srgbClr val="8A8A8A"/>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 Id="rId3" Type="http://schemas.openxmlformats.org/officeDocument/2006/relationships/image" Target="../media/image4.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jpe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e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e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jpeg"/><Relationship Id="rId3" Type="http://schemas.openxmlformats.org/officeDocument/2006/relationships/image" Target="../media/image12.jpe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jpe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jpeg"/><Relationship Id="rId3" Type="http://schemas.openxmlformats.org/officeDocument/2006/relationships/image" Target="../media/image15.jpe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jpeg"/><Relationship Id="rId3" Type="http://schemas.openxmlformats.org/officeDocument/2006/relationships/image" Target="../media/image16.jpe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jpeg"/><Relationship Id="rId3" Type="http://schemas.openxmlformats.org/officeDocument/2006/relationships/image" Target="../media/image17.jpe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jpeg"/><Relationship Id="rId3" Type="http://schemas.openxmlformats.org/officeDocument/2006/relationships/image" Target="../media/image18.jpe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jpeg"/><Relationship Id="rId3" Type="http://schemas.openxmlformats.org/officeDocument/2006/relationships/image" Target="../media/image19.jpe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jpeg"/><Relationship Id="rId3" Type="http://schemas.openxmlformats.org/officeDocument/2006/relationships/image" Target="../media/image20.jpe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jpe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jpe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jpeg"/><Relationship Id="rId3"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F3A2E"/>
        </a:solidFill>
      </p:bgPr>
    </p:bg>
    <p:spTree>
      <p:nvGrpSpPr>
        <p:cNvPr id="1" name=""/>
        <p:cNvGrpSpPr/>
        <p:nvPr/>
      </p:nvGrpSpPr>
      <p:grpSpPr>
        <a:xfrm>
          <a:off x="0" y="0"/>
          <a:ext cx="0" cy="0"/>
          <a:chOff x="0" y="0"/>
          <a:chExt cx="0" cy="0"/>
        </a:xfrm>
      </p:grpSpPr>
      <p:sp>
        <p:nvSpPr>
          <p:cNvPr id="20" name="Text 0"/>
          <p:cNvSpPr txBox="1"/>
          <p:nvPr/>
        </p:nvSpPr>
        <p:spPr>
          <a:xfrm>
            <a:off x="731519" y="2265680"/>
            <a:ext cx="5852162"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4400">
                <a:solidFill>
                  <a:srgbClr val="FFFFFF"/>
                </a:solidFill>
                <a:latin typeface="Cambria"/>
                <a:ea typeface="Cambria"/>
                <a:cs typeface="Cambria"/>
                <a:sym typeface="Cambria"/>
              </a:defRPr>
            </a:lvl1pPr>
          </a:lstStyle>
          <a:p>
            <a:pPr/>
            <a:r>
              <a:t>Mom, in pictures</a:t>
            </a:r>
          </a:p>
        </p:txBody>
      </p:sp>
      <p:sp>
        <p:nvSpPr>
          <p:cNvPr id="21" name="Text 1"/>
          <p:cNvSpPr txBox="1"/>
          <p:nvPr/>
        </p:nvSpPr>
        <p:spPr>
          <a:xfrm>
            <a:off x="731519" y="3232149"/>
            <a:ext cx="5486401"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600">
                <a:solidFill>
                  <a:srgbClr val="C9A461"/>
                </a:solidFill>
                <a:latin typeface="Cambria"/>
                <a:ea typeface="Cambria"/>
                <a:cs typeface="Cambria"/>
                <a:sym typeface="Cambria"/>
              </a:defRPr>
            </a:lvl1pPr>
          </a:lstStyle>
          <a:p>
            <a:pPr/>
            <a:r>
              <a:t>Phillip Restle</a:t>
            </a:r>
          </a:p>
        </p:txBody>
      </p:sp>
      <p:sp>
        <p:nvSpPr>
          <p:cNvPr id="22" name="Text 2"/>
          <p:cNvSpPr txBox="1"/>
          <p:nvPr/>
        </p:nvSpPr>
        <p:spPr>
          <a:xfrm>
            <a:off x="731519" y="4050994"/>
            <a:ext cx="5486401" cy="2190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solidFill>
                  <a:srgbClr val="F2EFE8"/>
                </a:solidFill>
              </a:defRPr>
            </a:lvl1pPr>
          </a:lstStyle>
          <a:p>
            <a:pPr/>
            <a:r>
              <a:t>Flying dangerously close to the sun</a:t>
            </a:r>
          </a:p>
        </p:txBody>
      </p:sp>
      <p:pic>
        <p:nvPicPr>
          <p:cNvPr id="23" name="Image 0" descr="Image 0"/>
          <p:cNvPicPr>
            <a:picLocks noChangeAspect="1"/>
          </p:cNvPicPr>
          <p:nvPr/>
        </p:nvPicPr>
        <p:blipFill>
          <a:blip r:embed="rId2">
            <a:extLst/>
          </a:blip>
          <a:stretch>
            <a:fillRect/>
          </a:stretch>
        </p:blipFill>
        <p:spPr>
          <a:xfrm>
            <a:off x="7075169" y="548640"/>
            <a:ext cx="4320541" cy="5760721"/>
          </a:xfrm>
          <a:prstGeom prst="rect">
            <a:avLst/>
          </a:prstGeom>
          <a:ln w="12700">
            <a:miter lim="400000"/>
          </a:ln>
          <a:effectLst>
            <a:outerShdw sx="100000" sy="100000" kx="0" ky="0" algn="b" rotWithShape="0" blurRad="101600" dist="38100" dir="2700000">
              <a:srgbClr val="000000">
                <a:alpha val="75000"/>
              </a:srgbClr>
            </a:outerShdw>
          </a:effectLst>
        </p:spPr>
      </p:pic>
      <p:sp>
        <p:nvSpPr>
          <p:cNvPr id="24" name="Slide Number Placeholder 0"/>
          <p:cNvSpPr txBox="1"/>
          <p:nvPr>
            <p:ph type="sldNum" sz="quarter" idx="4294967295"/>
          </p:nvPr>
        </p:nvSpPr>
        <p:spPr>
          <a:xfrm>
            <a:off x="11764412" y="6473952"/>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F3A2E"/>
        </a:solidFill>
      </p:bgPr>
    </p:bg>
    <p:spTree>
      <p:nvGrpSpPr>
        <p:cNvPr id="1" name=""/>
        <p:cNvGrpSpPr/>
        <p:nvPr/>
      </p:nvGrpSpPr>
      <p:grpSpPr>
        <a:xfrm>
          <a:off x="0" y="0"/>
          <a:ext cx="0" cy="0"/>
          <a:chOff x="0" y="0"/>
          <a:chExt cx="0" cy="0"/>
        </a:xfrm>
      </p:grpSpPr>
      <p:sp>
        <p:nvSpPr>
          <p:cNvPr id="26" name="TextBox 1"/>
          <p:cNvSpPr txBox="1"/>
          <p:nvPr/>
        </p:nvSpPr>
        <p:spPr>
          <a:xfrm>
            <a:off x="731519" y="1848246"/>
            <a:ext cx="5852162"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b="1" spc="300" sz="1600">
                <a:solidFill>
                  <a:srgbClr val="C9A461"/>
                </a:solidFill>
              </a:defRPr>
            </a:lvl1pPr>
          </a:lstStyle>
          <a:p>
            <a:pPr/>
            <a:r>
              <a:t>PART 1</a:t>
            </a:r>
          </a:p>
        </p:txBody>
      </p:sp>
      <p:sp>
        <p:nvSpPr>
          <p:cNvPr id="27" name="TextBox 2"/>
          <p:cNvSpPr txBox="1"/>
          <p:nvPr/>
        </p:nvSpPr>
        <p:spPr>
          <a:xfrm>
            <a:off x="731519" y="2148839"/>
            <a:ext cx="5852162"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4400">
                <a:solidFill>
                  <a:srgbClr val="FFFFFF"/>
                </a:solidFill>
                <a:latin typeface="Cambria"/>
                <a:ea typeface="Cambria"/>
                <a:cs typeface="Cambria"/>
                <a:sym typeface="Cambria"/>
              </a:defRPr>
            </a:lvl1pPr>
          </a:lstStyle>
          <a:p>
            <a:pPr/>
            <a:r>
              <a:t>Life on the farm</a:t>
            </a:r>
          </a:p>
        </p:txBody>
      </p:sp>
      <p:sp>
        <p:nvSpPr>
          <p:cNvPr id="28" name="Connector 3"/>
          <p:cNvSpPr/>
          <p:nvPr/>
        </p:nvSpPr>
        <p:spPr>
          <a:xfrm>
            <a:off x="731519" y="3474720"/>
            <a:ext cx="1828802" cy="1"/>
          </a:xfrm>
          <a:prstGeom prst="line">
            <a:avLst/>
          </a:prstGeom>
          <a:ln w="19050">
            <a:solidFill>
              <a:srgbClr val="C9A461"/>
            </a:solidFill>
            <a:miter/>
          </a:ln>
        </p:spPr>
        <p:txBody>
          <a:bodyPr lIns="45719" rIns="45719"/>
          <a:lstStyle/>
          <a:p>
            <a:pPr/>
          </a:p>
        </p:txBody>
      </p:sp>
      <p:sp>
        <p:nvSpPr>
          <p:cNvPr id="29" name="TextBox 4"/>
          <p:cNvSpPr txBox="1"/>
          <p:nvPr/>
        </p:nvSpPr>
        <p:spPr>
          <a:xfrm>
            <a:off x="731519" y="3749040"/>
            <a:ext cx="5486401" cy="990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200">
                <a:solidFill>
                  <a:srgbClr val="F2EFE8"/>
                </a:solidFill>
                <a:latin typeface="Cambria"/>
                <a:ea typeface="Cambria"/>
                <a:cs typeface="Cambria"/>
                <a:sym typeface="Cambria"/>
              </a:defRPr>
            </a:lvl1pPr>
          </a:lstStyle>
          <a:p>
            <a:pPr/>
            <a:r>
              <a:t>Draining the Bottom Road swamp for cornland, and growing up as the farm’s hired hands.</a:t>
            </a:r>
          </a:p>
        </p:txBody>
      </p:sp>
      <p:pic>
        <p:nvPicPr>
          <p:cNvPr id="30" name="Picture 5" descr="Picture 5"/>
          <p:cNvPicPr>
            <a:picLocks noChangeAspect="1"/>
          </p:cNvPicPr>
          <p:nvPr/>
        </p:nvPicPr>
        <p:blipFill>
          <a:blip r:embed="rId2">
            <a:extLst/>
          </a:blip>
          <a:stretch>
            <a:fillRect/>
          </a:stretch>
        </p:blipFill>
        <p:spPr>
          <a:xfrm>
            <a:off x="7075169" y="1337080"/>
            <a:ext cx="4320541" cy="4183840"/>
          </a:xfrm>
          <a:prstGeom prst="rect">
            <a:avLst/>
          </a:prstGeom>
          <a:ln w="12700">
            <a:miter lim="400000"/>
          </a:ln>
          <a:effectLst>
            <a:outerShdw sx="100000" sy="100000" kx="0" ky="0" algn="b" rotWithShape="0" blurRad="101600" dist="38100" dir="2700000">
              <a:srgbClr val="000000">
                <a:alpha val="75000"/>
              </a:srgbClr>
            </a:outerShdw>
          </a:effectLst>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pic>
        <p:nvPicPr>
          <p:cNvPr id="32" name="Image 0" descr="Image 0"/>
          <p:cNvPicPr>
            <a:picLocks noChangeAspect="1"/>
          </p:cNvPicPr>
          <p:nvPr/>
        </p:nvPicPr>
        <p:blipFill>
          <a:blip r:embed="rId2">
            <a:extLst/>
          </a:blip>
          <a:stretch>
            <a:fillRect/>
          </a:stretch>
        </p:blipFill>
        <p:spPr>
          <a:xfrm>
            <a:off x="788014" y="365759"/>
            <a:ext cx="5099094" cy="4937761"/>
          </a:xfrm>
          <a:prstGeom prst="rect">
            <a:avLst/>
          </a:prstGeom>
          <a:ln w="12700">
            <a:miter lim="400000"/>
          </a:ln>
          <a:effectLst>
            <a:outerShdw sx="100000" sy="100000" kx="0" ky="0" algn="b" rotWithShape="0" blurRad="101600" dist="38100" dir="2700000">
              <a:srgbClr val="000000">
                <a:alpha val="75000"/>
              </a:srgbClr>
            </a:outerShdw>
          </a:effectLst>
        </p:spPr>
      </p:pic>
      <p:pic>
        <p:nvPicPr>
          <p:cNvPr id="33" name="Image 1" descr="Image 1"/>
          <p:cNvPicPr>
            <a:picLocks noChangeAspect="1"/>
          </p:cNvPicPr>
          <p:nvPr/>
        </p:nvPicPr>
        <p:blipFill>
          <a:blip r:embed="rId3">
            <a:extLst/>
          </a:blip>
          <a:stretch>
            <a:fillRect/>
          </a:stretch>
        </p:blipFill>
        <p:spPr>
          <a:xfrm>
            <a:off x="6362127" y="365759"/>
            <a:ext cx="4923667" cy="4937761"/>
          </a:xfrm>
          <a:prstGeom prst="rect">
            <a:avLst/>
          </a:prstGeom>
          <a:ln w="12700">
            <a:miter lim="400000"/>
          </a:ln>
          <a:effectLst>
            <a:outerShdw sx="100000" sy="100000" kx="0" ky="0" algn="b" rotWithShape="0" blurRad="101600" dist="38100" dir="2700000">
              <a:srgbClr val="000000">
                <a:alpha val="75000"/>
              </a:srgbClr>
            </a:outerShdw>
          </a:effectLst>
        </p:spPr>
      </p:pic>
      <p:sp>
        <p:nvSpPr>
          <p:cNvPr id="34" name="Text 0"/>
          <p:cNvSpPr txBox="1"/>
          <p:nvPr/>
        </p:nvSpPr>
        <p:spPr>
          <a:xfrm>
            <a:off x="731519" y="5549900"/>
            <a:ext cx="1069848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FFFFFF"/>
                </a:solidFill>
                <a:latin typeface="Cambria"/>
                <a:ea typeface="Cambria"/>
                <a:cs typeface="Cambria"/>
                <a:sym typeface="Cambria"/>
              </a:defRPr>
            </a:lvl1pPr>
          </a:lstStyle>
          <a:p>
            <a:pPr/>
            <a:r>
              <a:t>Laying the clay tile, c. 1965–1970</a:t>
            </a:r>
          </a:p>
        </p:txBody>
      </p:sp>
      <p:sp>
        <p:nvSpPr>
          <p:cNvPr id="35" name="Text 1"/>
          <p:cNvSpPr txBox="1"/>
          <p:nvPr/>
        </p:nvSpPr>
        <p:spPr>
          <a:xfrm>
            <a:off x="914399" y="5943599"/>
            <a:ext cx="10332722"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D9D9D9"/>
                </a:solidFill>
              </a:defRPr>
            </a:lvl1pPr>
          </a:lstStyle>
          <a:p>
            <a:pPr/>
            <a:r>
              <a:t>The children helped lay clay drainage tile behind the tile-laying machine to turn the Bottom Road swamp into cornland.</a:t>
            </a:r>
          </a:p>
        </p:txBody>
      </p:sp>
      <p:sp>
        <p:nvSpPr>
          <p:cNvPr id="36" name="Slide Number Placeholder 0"/>
          <p:cNvSpPr txBox="1"/>
          <p:nvPr>
            <p:ph type="sldNum" sz="quarter" idx="4294967295"/>
          </p:nvPr>
        </p:nvSpPr>
        <p:spPr>
          <a:xfrm>
            <a:off x="11764412" y="6473952"/>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pic>
        <p:nvPicPr>
          <p:cNvPr id="38" name="Image 0" descr="Image 0"/>
          <p:cNvPicPr>
            <a:picLocks noChangeAspect="1"/>
          </p:cNvPicPr>
          <p:nvPr/>
        </p:nvPicPr>
        <p:blipFill>
          <a:blip r:embed="rId2">
            <a:extLst/>
          </a:blip>
          <a:stretch>
            <a:fillRect/>
          </a:stretch>
        </p:blipFill>
        <p:spPr>
          <a:xfrm>
            <a:off x="3102147" y="365759"/>
            <a:ext cx="5957226" cy="4937761"/>
          </a:xfrm>
          <a:prstGeom prst="rect">
            <a:avLst/>
          </a:prstGeom>
          <a:ln w="12700">
            <a:miter lim="400000"/>
          </a:ln>
          <a:effectLst>
            <a:outerShdw sx="100000" sy="100000" kx="0" ky="0" algn="b" rotWithShape="0" blurRad="101600" dist="38100" dir="2700000">
              <a:srgbClr val="000000">
                <a:alpha val="75000"/>
              </a:srgbClr>
            </a:outerShdw>
          </a:effectLst>
        </p:spPr>
      </p:pic>
      <p:sp>
        <p:nvSpPr>
          <p:cNvPr id="39" name="Text 0"/>
          <p:cNvSpPr txBox="1"/>
          <p:nvPr/>
        </p:nvSpPr>
        <p:spPr>
          <a:xfrm>
            <a:off x="731519" y="5549900"/>
            <a:ext cx="1069848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FFFFFF"/>
                </a:solidFill>
                <a:latin typeface="Cambria"/>
                <a:ea typeface="Cambria"/>
                <a:cs typeface="Cambria"/>
                <a:sym typeface="Cambria"/>
              </a:defRPr>
            </a:lvl1pPr>
          </a:lstStyle>
          <a:p>
            <a:pPr/>
            <a:r>
              <a:t>Digging the drainage trench, c. 1965–1970</a:t>
            </a:r>
          </a:p>
        </p:txBody>
      </p:sp>
      <p:sp>
        <p:nvSpPr>
          <p:cNvPr id="40" name="Text 1"/>
          <p:cNvSpPr txBox="1"/>
          <p:nvPr/>
        </p:nvSpPr>
        <p:spPr>
          <a:xfrm>
            <a:off x="914399" y="5943599"/>
            <a:ext cx="10332722" cy="4151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D9D9D9"/>
                </a:solidFill>
              </a:defRPr>
            </a:lvl1pPr>
          </a:lstStyle>
          <a:p>
            <a:pPr/>
            <a:r>
              <a:t>Draining the Bottom Road swamp for cornland, laying clay tile behind the machine. Decades later Mom had the tile torn out, restored the wetland and gave the land away.</a:t>
            </a:r>
          </a:p>
        </p:txBody>
      </p:sp>
      <p:sp>
        <p:nvSpPr>
          <p:cNvPr id="41" name="Slide Number Placeholder 0"/>
          <p:cNvSpPr txBox="1"/>
          <p:nvPr>
            <p:ph type="sldNum" sz="quarter" idx="4294967295"/>
          </p:nvPr>
        </p:nvSpPr>
        <p:spPr>
          <a:xfrm>
            <a:off x="11764412" y="6473952"/>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pic>
        <p:nvPicPr>
          <p:cNvPr id="43" name="Image 0" descr="Image 0"/>
          <p:cNvPicPr>
            <a:picLocks noChangeAspect="1"/>
          </p:cNvPicPr>
          <p:nvPr/>
        </p:nvPicPr>
        <p:blipFill>
          <a:blip r:embed="rId2">
            <a:extLst/>
          </a:blip>
          <a:stretch>
            <a:fillRect/>
          </a:stretch>
        </p:blipFill>
        <p:spPr>
          <a:xfrm>
            <a:off x="3651205" y="365759"/>
            <a:ext cx="4859110" cy="4937761"/>
          </a:xfrm>
          <a:prstGeom prst="rect">
            <a:avLst/>
          </a:prstGeom>
          <a:ln w="12700">
            <a:miter lim="400000"/>
          </a:ln>
          <a:effectLst>
            <a:outerShdw sx="100000" sy="100000" kx="0" ky="0" algn="b" rotWithShape="0" blurRad="101600" dist="38100" dir="2700000">
              <a:srgbClr val="000000">
                <a:alpha val="75000"/>
              </a:srgbClr>
            </a:outerShdw>
          </a:effectLst>
        </p:spPr>
      </p:pic>
      <p:sp>
        <p:nvSpPr>
          <p:cNvPr id="44" name="Text 0"/>
          <p:cNvSpPr txBox="1"/>
          <p:nvPr/>
        </p:nvSpPr>
        <p:spPr>
          <a:xfrm>
            <a:off x="731519" y="5549900"/>
            <a:ext cx="1069848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FFFFFF"/>
                </a:solidFill>
                <a:latin typeface="Cambria"/>
                <a:ea typeface="Cambria"/>
                <a:cs typeface="Cambria"/>
                <a:sym typeface="Cambria"/>
              </a:defRPr>
            </a:lvl1pPr>
          </a:lstStyle>
          <a:p>
            <a:pPr/>
            <a:r>
              <a:t>The chain gang, 1964</a:t>
            </a:r>
          </a:p>
        </p:txBody>
      </p:sp>
      <p:sp>
        <p:nvSpPr>
          <p:cNvPr id="45" name="Text 1"/>
          <p:cNvSpPr txBox="1"/>
          <p:nvPr/>
        </p:nvSpPr>
        <p:spPr>
          <a:xfrm>
            <a:off x="914399" y="5943599"/>
            <a:ext cx="10332722" cy="186558"/>
          </a:xfrm>
          <a:prstGeom prst="rect">
            <a:avLst/>
          </a:prstGeom>
          <a:ln w="12700">
            <a:miter lim="400000"/>
          </a:ln>
        </p:spPr>
        <p:txBody>
          <a:bodyPr lIns="0" tIns="0" rIns="0" bIns="0">
            <a:spAutoFit/>
          </a:bodyPr>
          <a:lstStyle/>
          <a:p>
            <a:pPr algn="ctr">
              <a:defRPr sz="1500">
                <a:solidFill>
                  <a:srgbClr val="D9D9D9"/>
                </a:solidFill>
              </a:defRPr>
            </a:pPr>
          </a:p>
        </p:txBody>
      </p:sp>
      <p:sp>
        <p:nvSpPr>
          <p:cNvPr id="46" name="Slide Number Placeholder 0"/>
          <p:cNvSpPr txBox="1"/>
          <p:nvPr>
            <p:ph type="sldNum" sz="quarter" idx="4294967295"/>
          </p:nvPr>
        </p:nvSpPr>
        <p:spPr>
          <a:xfrm>
            <a:off x="11764412" y="6473952"/>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pic>
        <p:nvPicPr>
          <p:cNvPr id="48" name="Image 0" descr="Image 0"/>
          <p:cNvPicPr>
            <a:picLocks noChangeAspect="1"/>
          </p:cNvPicPr>
          <p:nvPr/>
        </p:nvPicPr>
        <p:blipFill>
          <a:blip r:embed="rId2">
            <a:extLst/>
          </a:blip>
          <a:stretch>
            <a:fillRect/>
          </a:stretch>
        </p:blipFill>
        <p:spPr>
          <a:xfrm>
            <a:off x="3287557" y="365759"/>
            <a:ext cx="5586405" cy="4937761"/>
          </a:xfrm>
          <a:prstGeom prst="rect">
            <a:avLst/>
          </a:prstGeom>
          <a:ln w="12700">
            <a:miter lim="400000"/>
          </a:ln>
          <a:effectLst>
            <a:outerShdw sx="100000" sy="100000" kx="0" ky="0" algn="b" rotWithShape="0" blurRad="101600" dist="38100" dir="2700000">
              <a:srgbClr val="000000">
                <a:alpha val="75000"/>
              </a:srgbClr>
            </a:outerShdw>
          </a:effectLst>
        </p:spPr>
      </p:pic>
      <p:sp>
        <p:nvSpPr>
          <p:cNvPr id="49" name="Text 0"/>
          <p:cNvSpPr txBox="1"/>
          <p:nvPr/>
        </p:nvSpPr>
        <p:spPr>
          <a:xfrm>
            <a:off x="731519" y="5549900"/>
            <a:ext cx="1069848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FFFFFF"/>
                </a:solidFill>
                <a:latin typeface="Cambria"/>
                <a:ea typeface="Cambria"/>
                <a:cs typeface="Cambria"/>
                <a:sym typeface="Cambria"/>
              </a:defRPr>
            </a:lvl1pPr>
          </a:lstStyle>
          <a:p>
            <a:pPr/>
            <a:r>
              <a:t>Phillip's catch, c. early 1970s</a:t>
            </a:r>
          </a:p>
        </p:txBody>
      </p:sp>
      <p:sp>
        <p:nvSpPr>
          <p:cNvPr id="50" name="Text 1"/>
          <p:cNvSpPr txBox="1"/>
          <p:nvPr/>
        </p:nvSpPr>
        <p:spPr>
          <a:xfrm>
            <a:off x="914399" y="5943599"/>
            <a:ext cx="10332722"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D9D9D9"/>
                </a:solidFill>
              </a:defRPr>
            </a:lvl1pPr>
          </a:lstStyle>
          <a:p>
            <a:pPr/>
            <a:r>
              <a:t>On the Restle farm, if you wanted dinner, you caught it yourself.</a:t>
            </a:r>
          </a:p>
        </p:txBody>
      </p:sp>
      <p:sp>
        <p:nvSpPr>
          <p:cNvPr id="51" name="Slide Number Placeholder 0"/>
          <p:cNvSpPr txBox="1"/>
          <p:nvPr>
            <p:ph type="sldNum" sz="quarter" idx="4294967295"/>
          </p:nvPr>
        </p:nvSpPr>
        <p:spPr>
          <a:xfrm>
            <a:off x="11764412" y="6473952"/>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pic>
        <p:nvPicPr>
          <p:cNvPr id="53" name="Image 0" descr="Image 0"/>
          <p:cNvPicPr>
            <a:picLocks noChangeAspect="1"/>
          </p:cNvPicPr>
          <p:nvPr/>
        </p:nvPicPr>
        <p:blipFill>
          <a:blip r:embed="rId2">
            <a:extLst/>
          </a:blip>
          <a:stretch>
            <a:fillRect/>
          </a:stretch>
        </p:blipFill>
        <p:spPr>
          <a:xfrm>
            <a:off x="3614623" y="365759"/>
            <a:ext cx="4932275" cy="4937761"/>
          </a:xfrm>
          <a:prstGeom prst="rect">
            <a:avLst/>
          </a:prstGeom>
          <a:ln w="12700">
            <a:miter lim="400000"/>
          </a:ln>
          <a:effectLst>
            <a:outerShdw sx="100000" sy="100000" kx="0" ky="0" algn="b" rotWithShape="0" blurRad="101600" dist="38100" dir="2700000">
              <a:srgbClr val="000000">
                <a:alpha val="75000"/>
              </a:srgbClr>
            </a:outerShdw>
          </a:effectLst>
        </p:spPr>
      </p:pic>
      <p:sp>
        <p:nvSpPr>
          <p:cNvPr id="54" name="Text 0"/>
          <p:cNvSpPr txBox="1"/>
          <p:nvPr/>
        </p:nvSpPr>
        <p:spPr>
          <a:xfrm>
            <a:off x="731519" y="5549900"/>
            <a:ext cx="1069848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FFFFFF"/>
                </a:solidFill>
                <a:latin typeface="Cambria"/>
                <a:ea typeface="Cambria"/>
                <a:cs typeface="Cambria"/>
                <a:sym typeface="Cambria"/>
              </a:defRPr>
            </a:lvl1pPr>
          </a:lstStyle>
          <a:p>
            <a:pPr/>
            <a:r>
              <a:t>Sometimes we were allowed in the house</a:t>
            </a:r>
          </a:p>
        </p:txBody>
      </p:sp>
      <p:sp>
        <p:nvSpPr>
          <p:cNvPr id="55" name="Text 1"/>
          <p:cNvSpPr txBox="1"/>
          <p:nvPr/>
        </p:nvSpPr>
        <p:spPr>
          <a:xfrm>
            <a:off x="914399" y="5943599"/>
            <a:ext cx="10332722"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D9D9D9"/>
                </a:solidFill>
              </a:defRPr>
            </a:lvl1pPr>
          </a:lstStyle>
          <a:p>
            <a:pPr/>
            <a:r>
              <a:t>Princess, a Welsh Mountain pony who kicked each of us at least once, and her foal.</a:t>
            </a:r>
          </a:p>
        </p:txBody>
      </p:sp>
      <p:sp>
        <p:nvSpPr>
          <p:cNvPr id="56" name="Slide Number Placeholder 0"/>
          <p:cNvSpPr txBox="1"/>
          <p:nvPr>
            <p:ph type="sldNum" sz="quarter" idx="4294967295"/>
          </p:nvPr>
        </p:nvSpPr>
        <p:spPr>
          <a:xfrm>
            <a:off x="11764412" y="6473952"/>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F3A2E"/>
        </a:solidFill>
      </p:bgPr>
    </p:bg>
    <p:spTree>
      <p:nvGrpSpPr>
        <p:cNvPr id="1" name=""/>
        <p:cNvGrpSpPr/>
        <p:nvPr/>
      </p:nvGrpSpPr>
      <p:grpSpPr>
        <a:xfrm>
          <a:off x="0" y="0"/>
          <a:ext cx="0" cy="0"/>
          <a:chOff x="0" y="0"/>
          <a:chExt cx="0" cy="0"/>
        </a:xfrm>
      </p:grpSpPr>
      <p:sp>
        <p:nvSpPr>
          <p:cNvPr id="58" name="TextBox 1"/>
          <p:cNvSpPr txBox="1"/>
          <p:nvPr/>
        </p:nvSpPr>
        <p:spPr>
          <a:xfrm>
            <a:off x="731519" y="1848246"/>
            <a:ext cx="5852162"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b="1" spc="300" sz="1600">
                <a:solidFill>
                  <a:srgbClr val="C9A461"/>
                </a:solidFill>
              </a:defRPr>
            </a:lvl1pPr>
          </a:lstStyle>
          <a:p>
            <a:pPr/>
            <a:r>
              <a:t>PART 2</a:t>
            </a:r>
          </a:p>
        </p:txBody>
      </p:sp>
      <p:sp>
        <p:nvSpPr>
          <p:cNvPr id="59" name="TextBox 2"/>
          <p:cNvSpPr txBox="1"/>
          <p:nvPr/>
        </p:nvSpPr>
        <p:spPr>
          <a:xfrm>
            <a:off x="731519" y="2148839"/>
            <a:ext cx="5852162"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4400">
                <a:solidFill>
                  <a:srgbClr val="FFFFFF"/>
                </a:solidFill>
                <a:latin typeface="Cambria"/>
                <a:ea typeface="Cambria"/>
                <a:cs typeface="Cambria"/>
                <a:sym typeface="Cambria"/>
              </a:defRPr>
            </a:lvl1pPr>
          </a:lstStyle>
          <a:p>
            <a:pPr/>
            <a:r>
              <a:t>Born to fly</a:t>
            </a:r>
          </a:p>
        </p:txBody>
      </p:sp>
      <p:sp>
        <p:nvSpPr>
          <p:cNvPr id="60" name="Connector 3"/>
          <p:cNvSpPr/>
          <p:nvPr/>
        </p:nvSpPr>
        <p:spPr>
          <a:xfrm>
            <a:off x="731519" y="3474720"/>
            <a:ext cx="1828802" cy="1"/>
          </a:xfrm>
          <a:prstGeom prst="line">
            <a:avLst/>
          </a:prstGeom>
          <a:ln w="19050">
            <a:solidFill>
              <a:srgbClr val="C9A461"/>
            </a:solidFill>
            <a:miter/>
          </a:ln>
        </p:spPr>
        <p:txBody>
          <a:bodyPr lIns="45719" rIns="45719"/>
          <a:lstStyle/>
          <a:p>
            <a:pPr/>
          </a:p>
        </p:txBody>
      </p:sp>
      <p:sp>
        <p:nvSpPr>
          <p:cNvPr id="61" name="TextBox 4"/>
          <p:cNvSpPr txBox="1"/>
          <p:nvPr/>
        </p:nvSpPr>
        <p:spPr>
          <a:xfrm>
            <a:off x="731519" y="3749040"/>
            <a:ext cx="5486401"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200">
                <a:solidFill>
                  <a:srgbClr val="F2EFE8"/>
                </a:solidFill>
                <a:latin typeface="Cambria"/>
                <a:ea typeface="Cambria"/>
                <a:cs typeface="Cambria"/>
                <a:sym typeface="Cambria"/>
              </a:defRPr>
            </a:lvl1pPr>
          </a:lstStyle>
          <a:p>
            <a:pPr/>
            <a:r>
              <a:t>A pilot’s license in the 1960s, and one more flight over the refuge at 90.</a:t>
            </a:r>
          </a:p>
        </p:txBody>
      </p:sp>
      <p:pic>
        <p:nvPicPr>
          <p:cNvPr id="62" name="Picture 5" descr="Picture 5"/>
          <p:cNvPicPr>
            <a:picLocks noChangeAspect="1"/>
          </p:cNvPicPr>
          <p:nvPr/>
        </p:nvPicPr>
        <p:blipFill>
          <a:blip r:embed="rId2">
            <a:extLst/>
          </a:blip>
          <a:stretch>
            <a:fillRect/>
          </a:stretch>
        </p:blipFill>
        <p:spPr>
          <a:xfrm>
            <a:off x="7075169" y="2006382"/>
            <a:ext cx="4320541" cy="2845234"/>
          </a:xfrm>
          <a:prstGeom prst="rect">
            <a:avLst/>
          </a:prstGeom>
          <a:ln w="12700">
            <a:miter lim="400000"/>
          </a:ln>
          <a:effectLst>
            <a:outerShdw sx="100000" sy="100000" kx="0" ky="0" algn="b" rotWithShape="0" blurRad="101600" dist="38100" dir="2700000">
              <a:srgbClr val="000000">
                <a:alpha val="75000"/>
              </a:srgbClr>
            </a:outerShdw>
          </a:effectLst>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pic>
        <p:nvPicPr>
          <p:cNvPr id="64" name="Image 0" descr="Image 0"/>
          <p:cNvPicPr>
            <a:picLocks noChangeAspect="1"/>
          </p:cNvPicPr>
          <p:nvPr/>
        </p:nvPicPr>
        <p:blipFill>
          <a:blip r:embed="rId2">
            <a:extLst/>
          </a:blip>
          <a:stretch>
            <a:fillRect/>
          </a:stretch>
        </p:blipFill>
        <p:spPr>
          <a:xfrm>
            <a:off x="2331720" y="365759"/>
            <a:ext cx="7498081" cy="4937761"/>
          </a:xfrm>
          <a:prstGeom prst="rect">
            <a:avLst/>
          </a:prstGeom>
          <a:ln w="12700">
            <a:miter lim="400000"/>
          </a:ln>
          <a:effectLst>
            <a:outerShdw sx="100000" sy="100000" kx="0" ky="0" algn="b" rotWithShape="0" blurRad="101600" dist="38100" dir="2700000">
              <a:srgbClr val="000000">
                <a:alpha val="75000"/>
              </a:srgbClr>
            </a:outerShdw>
          </a:effectLst>
        </p:spPr>
      </p:pic>
      <p:sp>
        <p:nvSpPr>
          <p:cNvPr id="65" name="Text 0"/>
          <p:cNvSpPr txBox="1"/>
          <p:nvPr/>
        </p:nvSpPr>
        <p:spPr>
          <a:xfrm>
            <a:off x="731519" y="5549900"/>
            <a:ext cx="1069848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FFFFFF"/>
                </a:solidFill>
                <a:latin typeface="Cambria"/>
                <a:ea typeface="Cambria"/>
                <a:cs typeface="Cambria"/>
                <a:sym typeface="Cambria"/>
              </a:defRPr>
            </a:lvl1pPr>
          </a:lstStyle>
          <a:p>
            <a:pPr/>
            <a:r>
              <a:t>"Now Can I Fly Your Cessna, Dick!"</a:t>
            </a:r>
          </a:p>
        </p:txBody>
      </p:sp>
      <p:sp>
        <p:nvSpPr>
          <p:cNvPr id="66" name="Text 1"/>
          <p:cNvSpPr txBox="1"/>
          <p:nvPr/>
        </p:nvSpPr>
        <p:spPr>
          <a:xfrm>
            <a:off x="914399" y="5943599"/>
            <a:ext cx="10332722"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D9D9D9"/>
                </a:solidFill>
              </a:defRPr>
            </a:lvl1pPr>
          </a:lstStyle>
          <a:p>
            <a:pPr/>
            <a:r>
              <a:t>Barbara with her brother Dick's Cessna, c. 1966, around the time she earned her pilot's license.</a:t>
            </a:r>
          </a:p>
        </p:txBody>
      </p:sp>
      <p:sp>
        <p:nvSpPr>
          <p:cNvPr id="67" name="Slide Number Placeholder 0"/>
          <p:cNvSpPr txBox="1"/>
          <p:nvPr>
            <p:ph type="sldNum" sz="quarter" idx="4294967295"/>
          </p:nvPr>
        </p:nvSpPr>
        <p:spPr>
          <a:xfrm>
            <a:off x="11764412" y="6473952"/>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pic>
        <p:nvPicPr>
          <p:cNvPr id="69" name="Image 0" descr="Image 0"/>
          <p:cNvPicPr>
            <a:picLocks noChangeAspect="1"/>
          </p:cNvPicPr>
          <p:nvPr/>
        </p:nvPicPr>
        <p:blipFill>
          <a:blip r:embed="rId2">
            <a:extLst/>
          </a:blip>
          <a:stretch>
            <a:fillRect/>
          </a:stretch>
        </p:blipFill>
        <p:spPr>
          <a:xfrm>
            <a:off x="731519" y="1077741"/>
            <a:ext cx="5212081" cy="3513797"/>
          </a:xfrm>
          <a:prstGeom prst="rect">
            <a:avLst/>
          </a:prstGeom>
          <a:ln w="12700">
            <a:miter lim="400000"/>
          </a:ln>
          <a:effectLst>
            <a:outerShdw sx="100000" sy="100000" kx="0" ky="0" algn="b" rotWithShape="0" blurRad="101600" dist="38100" dir="2700000">
              <a:srgbClr val="000000">
                <a:alpha val="75000"/>
              </a:srgbClr>
            </a:outerShdw>
          </a:effectLst>
        </p:spPr>
      </p:pic>
      <p:pic>
        <p:nvPicPr>
          <p:cNvPr id="70" name="Image 1" descr="Image 1"/>
          <p:cNvPicPr>
            <a:picLocks noChangeAspect="1"/>
          </p:cNvPicPr>
          <p:nvPr/>
        </p:nvPicPr>
        <p:blipFill>
          <a:blip r:embed="rId3">
            <a:extLst/>
          </a:blip>
          <a:stretch>
            <a:fillRect/>
          </a:stretch>
        </p:blipFill>
        <p:spPr>
          <a:xfrm>
            <a:off x="6217920" y="1123339"/>
            <a:ext cx="5212080" cy="3422600"/>
          </a:xfrm>
          <a:prstGeom prst="rect">
            <a:avLst/>
          </a:prstGeom>
          <a:ln w="12700">
            <a:miter lim="400000"/>
          </a:ln>
          <a:effectLst>
            <a:outerShdw sx="100000" sy="100000" kx="0" ky="0" algn="b" rotWithShape="0" blurRad="101600" dist="38100" dir="2700000">
              <a:srgbClr val="000000">
                <a:alpha val="75000"/>
              </a:srgbClr>
            </a:outerShdw>
          </a:effectLst>
        </p:spPr>
      </p:pic>
      <p:sp>
        <p:nvSpPr>
          <p:cNvPr id="71" name="Text 0"/>
          <p:cNvSpPr txBox="1"/>
          <p:nvPr/>
        </p:nvSpPr>
        <p:spPr>
          <a:xfrm>
            <a:off x="731519" y="5549900"/>
            <a:ext cx="1069848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FFFFFF"/>
                </a:solidFill>
                <a:latin typeface="Cambria"/>
                <a:ea typeface="Cambria"/>
                <a:cs typeface="Cambria"/>
                <a:sym typeface="Cambria"/>
              </a:defRPr>
            </a:lvl1pPr>
          </a:lstStyle>
          <a:p>
            <a:pPr/>
            <a:r>
              <a:t>Flying over the refuge at 90, spring 2017</a:t>
            </a:r>
          </a:p>
        </p:txBody>
      </p:sp>
      <p:sp>
        <p:nvSpPr>
          <p:cNvPr id="72" name="Text 1"/>
          <p:cNvSpPr txBox="1"/>
          <p:nvPr/>
        </p:nvSpPr>
        <p:spPr>
          <a:xfrm>
            <a:off x="914399" y="5943599"/>
            <a:ext cx="10332722"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D9D9D9"/>
                </a:solidFill>
              </a:defRPr>
            </a:lvl1pPr>
          </a:lstStyle>
          <a:p>
            <a:pPr/>
            <a:r>
              <a:t>The only photo of Mom with her plane. On the back she wrote: "I wish I was able to still pilot a Cessna. Great Pilot - we will fly again!"</a:t>
            </a:r>
          </a:p>
        </p:txBody>
      </p:sp>
      <p:sp>
        <p:nvSpPr>
          <p:cNvPr id="73" name="Slide Number Placeholder 0"/>
          <p:cNvSpPr txBox="1"/>
          <p:nvPr>
            <p:ph type="sldNum" sz="quarter" idx="4294967295"/>
          </p:nvPr>
        </p:nvSpPr>
        <p:spPr>
          <a:xfrm>
            <a:off x="11700043" y="6473952"/>
            <a:ext cx="232878"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F3A2E"/>
        </a:solidFill>
      </p:bgPr>
    </p:bg>
    <p:spTree>
      <p:nvGrpSpPr>
        <p:cNvPr id="1" name=""/>
        <p:cNvGrpSpPr/>
        <p:nvPr/>
      </p:nvGrpSpPr>
      <p:grpSpPr>
        <a:xfrm>
          <a:off x="0" y="0"/>
          <a:ext cx="0" cy="0"/>
          <a:chOff x="0" y="0"/>
          <a:chExt cx="0" cy="0"/>
        </a:xfrm>
      </p:grpSpPr>
      <p:sp>
        <p:nvSpPr>
          <p:cNvPr id="75" name="TextBox 1"/>
          <p:cNvSpPr txBox="1"/>
          <p:nvPr/>
        </p:nvSpPr>
        <p:spPr>
          <a:xfrm>
            <a:off x="731519" y="1848246"/>
            <a:ext cx="5852162"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b="1" spc="300" sz="1600">
                <a:solidFill>
                  <a:srgbClr val="C9A461"/>
                </a:solidFill>
              </a:defRPr>
            </a:lvl1pPr>
          </a:lstStyle>
          <a:p>
            <a:pPr/>
            <a:r>
              <a:t>PART 3</a:t>
            </a:r>
          </a:p>
        </p:txBody>
      </p:sp>
      <p:sp>
        <p:nvSpPr>
          <p:cNvPr id="76" name="TextBox 2"/>
          <p:cNvSpPr txBox="1"/>
          <p:nvPr/>
        </p:nvSpPr>
        <p:spPr>
          <a:xfrm>
            <a:off x="731519" y="2148839"/>
            <a:ext cx="5852162"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4400">
                <a:solidFill>
                  <a:srgbClr val="FFFFFF"/>
                </a:solidFill>
                <a:latin typeface="Cambria"/>
                <a:ea typeface="Cambria"/>
                <a:cs typeface="Cambria"/>
                <a:sym typeface="Cambria"/>
              </a:defRPr>
            </a:lvl1pPr>
          </a:lstStyle>
          <a:p>
            <a:pPr/>
            <a:r>
              <a:t>Her passports</a:t>
            </a:r>
          </a:p>
        </p:txBody>
      </p:sp>
      <p:sp>
        <p:nvSpPr>
          <p:cNvPr id="77" name="Connector 3"/>
          <p:cNvSpPr/>
          <p:nvPr/>
        </p:nvSpPr>
        <p:spPr>
          <a:xfrm>
            <a:off x="731519" y="3474720"/>
            <a:ext cx="1828802" cy="1"/>
          </a:xfrm>
          <a:prstGeom prst="line">
            <a:avLst/>
          </a:prstGeom>
          <a:ln w="19050">
            <a:solidFill>
              <a:srgbClr val="C9A461"/>
            </a:solidFill>
            <a:miter/>
          </a:ln>
        </p:spPr>
        <p:txBody>
          <a:bodyPr lIns="45719" rIns="45719"/>
          <a:lstStyle/>
          <a:p>
            <a:pPr/>
          </a:p>
        </p:txBody>
      </p:sp>
      <p:sp>
        <p:nvSpPr>
          <p:cNvPr id="78" name="TextBox 4"/>
          <p:cNvSpPr txBox="1"/>
          <p:nvPr/>
        </p:nvSpPr>
        <p:spPr>
          <a:xfrm>
            <a:off x="731519" y="3749040"/>
            <a:ext cx="548640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200">
                <a:solidFill>
                  <a:srgbClr val="F2EFE8"/>
                </a:solidFill>
                <a:latin typeface="Cambria"/>
                <a:ea typeface="Cambria"/>
                <a:cs typeface="Cambria"/>
                <a:sym typeface="Cambria"/>
              </a:defRPr>
            </a:lvl1pPr>
          </a:lstStyle>
          <a:p>
            <a:pPr/>
            <a:r>
              <a:t>Three passports, 1973 to 2007</a:t>
            </a:r>
          </a:p>
        </p:txBody>
      </p:sp>
      <p:pic>
        <p:nvPicPr>
          <p:cNvPr id="79" name="Picture 5" descr="Picture 5"/>
          <p:cNvPicPr>
            <a:picLocks noChangeAspect="1"/>
          </p:cNvPicPr>
          <p:nvPr/>
        </p:nvPicPr>
        <p:blipFill>
          <a:blip r:embed="rId2">
            <a:extLst/>
          </a:blip>
          <a:stretch>
            <a:fillRect/>
          </a:stretch>
        </p:blipFill>
        <p:spPr>
          <a:xfrm>
            <a:off x="7075169" y="833300"/>
            <a:ext cx="4320541" cy="5191399"/>
          </a:xfrm>
          <a:prstGeom prst="rect">
            <a:avLst/>
          </a:prstGeom>
          <a:ln w="12700">
            <a:miter lim="400000"/>
          </a:ln>
          <a:effectLst>
            <a:outerShdw sx="100000" sy="100000" kx="0" ky="0" algn="b" rotWithShape="0" blurRad="101600" dist="38100" dir="2700000">
              <a:srgbClr val="000000">
                <a:alpha val="75000"/>
              </a:srgbClr>
            </a:outerShdw>
          </a:effectLst>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81" name="Image 0" descr="Image 0"/>
          <p:cNvPicPr>
            <a:picLocks noChangeAspect="1"/>
          </p:cNvPicPr>
          <p:nvPr/>
        </p:nvPicPr>
        <p:blipFill>
          <a:blip r:embed="rId3">
            <a:extLst/>
          </a:blip>
          <a:stretch>
            <a:fillRect/>
          </a:stretch>
        </p:blipFill>
        <p:spPr>
          <a:xfrm>
            <a:off x="1691639" y="365759"/>
            <a:ext cx="8778242" cy="4937761"/>
          </a:xfrm>
          <a:prstGeom prst="rect">
            <a:avLst/>
          </a:prstGeom>
          <a:ln w="12700">
            <a:miter lim="400000"/>
          </a:ln>
        </p:spPr>
      </p:pic>
      <p:sp>
        <p:nvSpPr>
          <p:cNvPr id="82" name="Text 0"/>
          <p:cNvSpPr txBox="1"/>
          <p:nvPr/>
        </p:nvSpPr>
        <p:spPr>
          <a:xfrm>
            <a:off x="731519" y="5549900"/>
            <a:ext cx="1069848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3B2A1A"/>
                </a:solidFill>
                <a:latin typeface="Cambria"/>
                <a:ea typeface="Cambria"/>
                <a:cs typeface="Cambria"/>
                <a:sym typeface="Cambria"/>
              </a:defRPr>
            </a:lvl1pPr>
          </a:lstStyle>
          <a:p>
            <a:pPr/>
            <a:r>
              <a:t>Her first passport, 1973–1978</a:t>
            </a:r>
          </a:p>
        </p:txBody>
      </p:sp>
      <p:sp>
        <p:nvSpPr>
          <p:cNvPr id="83" name="Text 1"/>
          <p:cNvSpPr txBox="1"/>
          <p:nvPr/>
        </p:nvSpPr>
        <p:spPr>
          <a:xfrm>
            <a:off x="914399" y="5943599"/>
            <a:ext cx="10332722" cy="6437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4A3A28"/>
                </a:solidFill>
              </a:defRPr>
            </a:lvl1pPr>
          </a:lstStyle>
          <a:p>
            <a:pPr/>
            <a:r>
              <a:t>Her first passport, issued on her 47th birthday in 1973. Its stamps trace a summer in Portugal and Madeira with Kathleen, then, after her 1977 degree, three months across Europe and behind the Iron Curtain: Paris, England, Hungary, the Soviet border, Poland, East Germany and Berlin, Athens and Madrid, home at Christmas.</a:t>
            </a:r>
          </a:p>
        </p:txBody>
      </p:sp>
      <p:sp>
        <p:nvSpPr>
          <p:cNvPr id="84" name="Slide Number Placeholder 0"/>
          <p:cNvSpPr txBox="1"/>
          <p:nvPr>
            <p:ph type="sldNum" sz="quarter" idx="4294967295"/>
          </p:nvPr>
        </p:nvSpPr>
        <p:spPr>
          <a:xfrm>
            <a:off x="11700043" y="6473952"/>
            <a:ext cx="232878" cy="228511"/>
          </a:xfrm>
          <a:prstGeom prst="rect">
            <a:avLst/>
          </a:prstGeom>
          <a:extLst>
            <a:ext uri="{C572A759-6A51-4108-AA02-DFA0A04FC94B}">
              <ma14:wrappingTextBoxFlag xmlns:ma14="http://schemas.microsoft.com/office/mac/drawingml/2011/main" val="1"/>
            </a:ext>
          </a:extLst>
        </p:spPr>
        <p:txBody>
          <a:bodyPr/>
          <a:lstStyle>
            <a:lvl1pPr>
              <a:defRPr>
                <a:solidFill>
                  <a:srgbClr val="6B5A45"/>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86" name="Image 0" descr="Image 0"/>
          <p:cNvPicPr>
            <a:picLocks noChangeAspect="1"/>
          </p:cNvPicPr>
          <p:nvPr/>
        </p:nvPicPr>
        <p:blipFill>
          <a:blip r:embed="rId3">
            <a:extLst/>
          </a:blip>
          <a:stretch>
            <a:fillRect/>
          </a:stretch>
        </p:blipFill>
        <p:spPr>
          <a:xfrm>
            <a:off x="1691639" y="365759"/>
            <a:ext cx="8778242" cy="4937761"/>
          </a:xfrm>
          <a:prstGeom prst="rect">
            <a:avLst/>
          </a:prstGeom>
          <a:ln w="12700">
            <a:miter lim="400000"/>
          </a:ln>
        </p:spPr>
      </p:pic>
      <p:sp>
        <p:nvSpPr>
          <p:cNvPr id="87" name="Text 0"/>
          <p:cNvSpPr txBox="1"/>
          <p:nvPr/>
        </p:nvSpPr>
        <p:spPr>
          <a:xfrm>
            <a:off x="731519" y="5549900"/>
            <a:ext cx="1069848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3B2A1A"/>
                </a:solidFill>
                <a:latin typeface="Cambria"/>
                <a:ea typeface="Cambria"/>
                <a:cs typeface="Cambria"/>
                <a:sym typeface="Cambria"/>
              </a:defRPr>
            </a:lvl1pPr>
          </a:lstStyle>
          <a:p>
            <a:pPr/>
            <a:r>
              <a:t>Map: her first passport journeys, 1973 and 1977</a:t>
            </a:r>
          </a:p>
        </p:txBody>
      </p:sp>
      <p:sp>
        <p:nvSpPr>
          <p:cNvPr id="88" name="Text 1"/>
          <p:cNvSpPr txBox="1"/>
          <p:nvPr/>
        </p:nvSpPr>
        <p:spPr>
          <a:xfrm>
            <a:off x="914399" y="5943599"/>
            <a:ext cx="10332722" cy="6437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4A3A28"/>
                </a:solidFill>
              </a:defRPr>
            </a:lvl1pPr>
          </a:lstStyle>
          <a:p>
            <a:pPr/>
            <a:r>
              <a:t>Where the passport stamps take her: Portugal and Madeira with Kathleen in 1973, and in autumn 1977 a loop from Paris and England through West Germany, Hungary and the Soviet border, Poland, East Germany and Berlin, then Athens, Madrid, England and Holland before flying home through New York.</a:t>
            </a:r>
          </a:p>
        </p:txBody>
      </p:sp>
      <p:sp>
        <p:nvSpPr>
          <p:cNvPr id="89" name="Slide Number Placeholder 0"/>
          <p:cNvSpPr txBox="1"/>
          <p:nvPr>
            <p:ph type="sldNum" sz="quarter" idx="4294967295"/>
          </p:nvPr>
        </p:nvSpPr>
        <p:spPr>
          <a:xfrm>
            <a:off x="11700043" y="6473952"/>
            <a:ext cx="232878" cy="228511"/>
          </a:xfrm>
          <a:prstGeom prst="rect">
            <a:avLst/>
          </a:prstGeom>
          <a:extLst>
            <a:ext uri="{C572A759-6A51-4108-AA02-DFA0A04FC94B}">
              <ma14:wrappingTextBoxFlag xmlns:ma14="http://schemas.microsoft.com/office/mac/drawingml/2011/main" val="1"/>
            </a:ext>
          </a:extLst>
        </p:spPr>
        <p:txBody>
          <a:bodyPr/>
          <a:lstStyle>
            <a:lvl1pPr>
              <a:defRPr>
                <a:solidFill>
                  <a:srgbClr val="6B5A45"/>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91" name="Image 0" descr="Image 0"/>
          <p:cNvPicPr>
            <a:picLocks noChangeAspect="1"/>
          </p:cNvPicPr>
          <p:nvPr/>
        </p:nvPicPr>
        <p:blipFill>
          <a:blip r:embed="rId3">
            <a:extLst/>
          </a:blip>
          <a:stretch>
            <a:fillRect/>
          </a:stretch>
        </p:blipFill>
        <p:spPr>
          <a:xfrm>
            <a:off x="1691639" y="365759"/>
            <a:ext cx="8778242" cy="4937761"/>
          </a:xfrm>
          <a:prstGeom prst="rect">
            <a:avLst/>
          </a:prstGeom>
          <a:ln w="12700">
            <a:miter lim="400000"/>
          </a:ln>
        </p:spPr>
      </p:pic>
      <p:sp>
        <p:nvSpPr>
          <p:cNvPr id="92" name="Text 0"/>
          <p:cNvSpPr txBox="1"/>
          <p:nvPr/>
        </p:nvSpPr>
        <p:spPr>
          <a:xfrm>
            <a:off x="731519" y="5549900"/>
            <a:ext cx="1069848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3B2A1A"/>
                </a:solidFill>
                <a:latin typeface="Cambria"/>
                <a:ea typeface="Cambria"/>
                <a:cs typeface="Cambria"/>
                <a:sym typeface="Cambria"/>
              </a:defRPr>
            </a:lvl1pPr>
          </a:lstStyle>
          <a:p>
            <a:pPr/>
            <a:r>
              <a:t>Her second passport, 1984–1995</a:t>
            </a:r>
          </a:p>
        </p:txBody>
      </p:sp>
      <p:sp>
        <p:nvSpPr>
          <p:cNvPr id="93" name="Text 1"/>
          <p:cNvSpPr txBox="1"/>
          <p:nvPr/>
        </p:nvSpPr>
        <p:spPr>
          <a:xfrm>
            <a:off x="914399" y="5943599"/>
            <a:ext cx="10332722" cy="4151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4A3A28"/>
                </a:solidFill>
              </a:defRPr>
            </a:lvl1pPr>
          </a:lstStyle>
          <a:p>
            <a:pPr/>
            <a:r>
              <a:t>Her second passport, issued in 1984. Over the next decade its stamps take her to Egypt, Venezuela, Bonaire, Hong Kong, Korea and Japan, Barbados, the Bahamas, Switzerland, France and Austria, and Norway.</a:t>
            </a:r>
          </a:p>
        </p:txBody>
      </p:sp>
      <p:sp>
        <p:nvSpPr>
          <p:cNvPr id="94" name="Slide Number Placeholder 0"/>
          <p:cNvSpPr txBox="1"/>
          <p:nvPr>
            <p:ph type="sldNum" sz="quarter" idx="4294967295"/>
          </p:nvPr>
        </p:nvSpPr>
        <p:spPr>
          <a:xfrm>
            <a:off x="11700043" y="6473952"/>
            <a:ext cx="232878" cy="228511"/>
          </a:xfrm>
          <a:prstGeom prst="rect">
            <a:avLst/>
          </a:prstGeom>
          <a:extLst>
            <a:ext uri="{C572A759-6A51-4108-AA02-DFA0A04FC94B}">
              <ma14:wrappingTextBoxFlag xmlns:ma14="http://schemas.microsoft.com/office/mac/drawingml/2011/main" val="1"/>
            </a:ext>
          </a:extLst>
        </p:spPr>
        <p:txBody>
          <a:bodyPr/>
          <a:lstStyle>
            <a:lvl1pPr>
              <a:defRPr>
                <a:solidFill>
                  <a:srgbClr val="6B5A45"/>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96" name="Image 0" descr="Image 0"/>
          <p:cNvPicPr>
            <a:picLocks noChangeAspect="1"/>
          </p:cNvPicPr>
          <p:nvPr/>
        </p:nvPicPr>
        <p:blipFill>
          <a:blip r:embed="rId3">
            <a:extLst/>
          </a:blip>
          <a:stretch>
            <a:fillRect/>
          </a:stretch>
        </p:blipFill>
        <p:spPr>
          <a:xfrm>
            <a:off x="1691639" y="365759"/>
            <a:ext cx="8778242" cy="4937761"/>
          </a:xfrm>
          <a:prstGeom prst="rect">
            <a:avLst/>
          </a:prstGeom>
          <a:ln w="12700">
            <a:miter lim="400000"/>
          </a:ln>
        </p:spPr>
      </p:pic>
      <p:sp>
        <p:nvSpPr>
          <p:cNvPr id="97" name="Text 0"/>
          <p:cNvSpPr txBox="1"/>
          <p:nvPr/>
        </p:nvSpPr>
        <p:spPr>
          <a:xfrm>
            <a:off x="731519" y="5549900"/>
            <a:ext cx="1069848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3B2A1A"/>
                </a:solidFill>
                <a:latin typeface="Cambria"/>
                <a:ea typeface="Cambria"/>
                <a:cs typeface="Cambria"/>
                <a:sym typeface="Cambria"/>
              </a:defRPr>
            </a:lvl1pPr>
          </a:lstStyle>
          <a:p>
            <a:pPr/>
            <a:r>
              <a:t>Map: her second passport journeys, 1985–1994</a:t>
            </a:r>
          </a:p>
        </p:txBody>
      </p:sp>
      <p:sp>
        <p:nvSpPr>
          <p:cNvPr id="98" name="Text 1"/>
          <p:cNvSpPr txBox="1"/>
          <p:nvPr/>
        </p:nvSpPr>
        <p:spPr>
          <a:xfrm>
            <a:off x="914399" y="5943599"/>
            <a:ext cx="10332722" cy="4151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4A3A28"/>
                </a:solidFill>
              </a:defRPr>
            </a:lvl1pPr>
          </a:lstStyle>
          <a:p>
            <a:pPr/>
            <a:r>
              <a:t>Where the second passport took her: the Pyramids, the Caribbean, East Asia and Europe, each trip starting from home in Bloomington.</a:t>
            </a:r>
          </a:p>
        </p:txBody>
      </p:sp>
      <p:sp>
        <p:nvSpPr>
          <p:cNvPr id="99" name="Slide Number Placeholder 0"/>
          <p:cNvSpPr txBox="1"/>
          <p:nvPr>
            <p:ph type="sldNum" sz="quarter" idx="4294967295"/>
          </p:nvPr>
        </p:nvSpPr>
        <p:spPr>
          <a:xfrm>
            <a:off x="11700043" y="6473952"/>
            <a:ext cx="232878" cy="228511"/>
          </a:xfrm>
          <a:prstGeom prst="rect">
            <a:avLst/>
          </a:prstGeom>
          <a:extLst>
            <a:ext uri="{C572A759-6A51-4108-AA02-DFA0A04FC94B}">
              <ma14:wrappingTextBoxFlag xmlns:ma14="http://schemas.microsoft.com/office/mac/drawingml/2011/main" val="1"/>
            </a:ext>
          </a:extLst>
        </p:spPr>
        <p:txBody>
          <a:bodyPr/>
          <a:lstStyle>
            <a:lvl1pPr>
              <a:defRPr>
                <a:solidFill>
                  <a:srgbClr val="6B5A45"/>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01" name="Image 0" descr="Image 0"/>
          <p:cNvPicPr>
            <a:picLocks noChangeAspect="1"/>
          </p:cNvPicPr>
          <p:nvPr/>
        </p:nvPicPr>
        <p:blipFill>
          <a:blip r:embed="rId3">
            <a:extLst/>
          </a:blip>
          <a:stretch>
            <a:fillRect/>
          </a:stretch>
        </p:blipFill>
        <p:spPr>
          <a:xfrm>
            <a:off x="1691639" y="365759"/>
            <a:ext cx="8778242" cy="4937761"/>
          </a:xfrm>
          <a:prstGeom prst="rect">
            <a:avLst/>
          </a:prstGeom>
          <a:ln w="12700">
            <a:miter lim="400000"/>
          </a:ln>
        </p:spPr>
      </p:pic>
      <p:sp>
        <p:nvSpPr>
          <p:cNvPr id="102" name="Text 0"/>
          <p:cNvSpPr txBox="1"/>
          <p:nvPr/>
        </p:nvSpPr>
        <p:spPr>
          <a:xfrm>
            <a:off x="731519" y="5549900"/>
            <a:ext cx="1069848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3B2A1A"/>
                </a:solidFill>
                <a:latin typeface="Cambria"/>
                <a:ea typeface="Cambria"/>
                <a:cs typeface="Cambria"/>
                <a:sym typeface="Cambria"/>
              </a:defRPr>
            </a:lvl1pPr>
          </a:lstStyle>
          <a:p>
            <a:pPr/>
            <a:r>
              <a:t>Her third passport, 1995–2007</a:t>
            </a:r>
          </a:p>
        </p:txBody>
      </p:sp>
      <p:sp>
        <p:nvSpPr>
          <p:cNvPr id="103" name="Text 1"/>
          <p:cNvSpPr txBox="1"/>
          <p:nvPr/>
        </p:nvSpPr>
        <p:spPr>
          <a:xfrm>
            <a:off x="914399" y="5943599"/>
            <a:ext cx="10332722" cy="4151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4A3A28"/>
                </a:solidFill>
              </a:defRPr>
            </a:lvl1pPr>
          </a:lstStyle>
          <a:p>
            <a:pPr/>
            <a:r>
              <a:t>Her third passport, issued in 1995 when she was nearly 69. Its stamps take her to Greece and Bulgaria, England, Belize, Ireland, the Cayman Islands and the Dominican Republic, the last in 2002, when she was 75.</a:t>
            </a:r>
          </a:p>
        </p:txBody>
      </p:sp>
      <p:sp>
        <p:nvSpPr>
          <p:cNvPr id="104" name="Slide Number Placeholder 0"/>
          <p:cNvSpPr txBox="1"/>
          <p:nvPr>
            <p:ph type="sldNum" sz="quarter" idx="4294967295"/>
          </p:nvPr>
        </p:nvSpPr>
        <p:spPr>
          <a:xfrm>
            <a:off x="11700043" y="6473952"/>
            <a:ext cx="232878" cy="228511"/>
          </a:xfrm>
          <a:prstGeom prst="rect">
            <a:avLst/>
          </a:prstGeom>
          <a:extLst>
            <a:ext uri="{C572A759-6A51-4108-AA02-DFA0A04FC94B}">
              <ma14:wrappingTextBoxFlag xmlns:ma14="http://schemas.microsoft.com/office/mac/drawingml/2011/main" val="1"/>
            </a:ext>
          </a:extLst>
        </p:spPr>
        <p:txBody>
          <a:bodyPr/>
          <a:lstStyle>
            <a:lvl1pPr>
              <a:defRPr>
                <a:solidFill>
                  <a:srgbClr val="6B5A45"/>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06" name="Image 0" descr="Image 0"/>
          <p:cNvPicPr>
            <a:picLocks noChangeAspect="1"/>
          </p:cNvPicPr>
          <p:nvPr/>
        </p:nvPicPr>
        <p:blipFill>
          <a:blip r:embed="rId3">
            <a:extLst/>
          </a:blip>
          <a:stretch>
            <a:fillRect/>
          </a:stretch>
        </p:blipFill>
        <p:spPr>
          <a:xfrm>
            <a:off x="1691639" y="365759"/>
            <a:ext cx="8778242" cy="4937761"/>
          </a:xfrm>
          <a:prstGeom prst="rect">
            <a:avLst/>
          </a:prstGeom>
          <a:ln w="12700">
            <a:miter lim="400000"/>
          </a:ln>
        </p:spPr>
      </p:pic>
      <p:sp>
        <p:nvSpPr>
          <p:cNvPr id="107" name="Text 0"/>
          <p:cNvSpPr txBox="1"/>
          <p:nvPr/>
        </p:nvSpPr>
        <p:spPr>
          <a:xfrm>
            <a:off x="731519" y="5549900"/>
            <a:ext cx="1069848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3B2A1A"/>
                </a:solidFill>
                <a:latin typeface="Cambria"/>
                <a:ea typeface="Cambria"/>
                <a:cs typeface="Cambria"/>
                <a:sym typeface="Cambria"/>
              </a:defRPr>
            </a:lvl1pPr>
          </a:lstStyle>
          <a:p>
            <a:pPr/>
            <a:r>
              <a:t>Map: her third passport journeys, 1995–2002</a:t>
            </a:r>
          </a:p>
        </p:txBody>
      </p:sp>
      <p:sp>
        <p:nvSpPr>
          <p:cNvPr id="108" name="Text 1"/>
          <p:cNvSpPr txBox="1"/>
          <p:nvPr/>
        </p:nvSpPr>
        <p:spPr>
          <a:xfrm>
            <a:off x="914399" y="5943599"/>
            <a:ext cx="10332722"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4A3A28"/>
                </a:solidFill>
              </a:defRPr>
            </a:lvl1pPr>
          </a:lstStyle>
          <a:p>
            <a:pPr/>
            <a:r>
              <a:t>Where the third passport took her: the Aegean and the Black Sea, England and Ireland, and many trips to the Caribbean.</a:t>
            </a:r>
          </a:p>
        </p:txBody>
      </p:sp>
      <p:sp>
        <p:nvSpPr>
          <p:cNvPr id="109" name="Slide Number Placeholder 0"/>
          <p:cNvSpPr txBox="1"/>
          <p:nvPr>
            <p:ph type="sldNum" sz="quarter" idx="4294967295"/>
          </p:nvPr>
        </p:nvSpPr>
        <p:spPr>
          <a:xfrm>
            <a:off x="11700043" y="6473952"/>
            <a:ext cx="232878" cy="228511"/>
          </a:xfrm>
          <a:prstGeom prst="rect">
            <a:avLst/>
          </a:prstGeom>
          <a:extLst>
            <a:ext uri="{C572A759-6A51-4108-AA02-DFA0A04FC94B}">
              <ma14:wrappingTextBoxFlag xmlns:ma14="http://schemas.microsoft.com/office/mac/drawingml/2011/main" val="1"/>
            </a:ext>
          </a:extLst>
        </p:spPr>
        <p:txBody>
          <a:bodyPr/>
          <a:lstStyle>
            <a:lvl1pPr>
              <a:defRPr>
                <a:solidFill>
                  <a:srgbClr val="6B5A45"/>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F3A2E"/>
        </a:solidFill>
      </p:bgPr>
    </p:bg>
    <p:spTree>
      <p:nvGrpSpPr>
        <p:cNvPr id="1" name=""/>
        <p:cNvGrpSpPr/>
        <p:nvPr/>
      </p:nvGrpSpPr>
      <p:grpSpPr>
        <a:xfrm>
          <a:off x="0" y="0"/>
          <a:ext cx="0" cy="0"/>
          <a:chOff x="0" y="0"/>
          <a:chExt cx="0" cy="0"/>
        </a:xfrm>
      </p:grpSpPr>
      <p:sp>
        <p:nvSpPr>
          <p:cNvPr id="111" name="TextBox 1"/>
          <p:cNvSpPr txBox="1"/>
          <p:nvPr/>
        </p:nvSpPr>
        <p:spPr>
          <a:xfrm>
            <a:off x="731519" y="1848246"/>
            <a:ext cx="5852162"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b="1" spc="300" sz="1600">
                <a:solidFill>
                  <a:srgbClr val="C9A461"/>
                </a:solidFill>
              </a:defRPr>
            </a:lvl1pPr>
          </a:lstStyle>
          <a:p>
            <a:pPr/>
            <a:r>
              <a:t>PART 4</a:t>
            </a:r>
          </a:p>
        </p:txBody>
      </p:sp>
      <p:sp>
        <p:nvSpPr>
          <p:cNvPr id="112" name="TextBox 2"/>
          <p:cNvSpPr txBox="1"/>
          <p:nvPr/>
        </p:nvSpPr>
        <p:spPr>
          <a:xfrm>
            <a:off x="731519" y="2148839"/>
            <a:ext cx="5852162"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4400">
                <a:solidFill>
                  <a:srgbClr val="FFFFFF"/>
                </a:solidFill>
                <a:latin typeface="Cambria"/>
                <a:ea typeface="Cambria"/>
                <a:cs typeface="Cambria"/>
                <a:sym typeface="Cambria"/>
              </a:defRPr>
            </a:lvl1pPr>
          </a:lstStyle>
          <a:p>
            <a:pPr/>
            <a:r>
              <a:t>Strangling …</a:t>
            </a:r>
          </a:p>
        </p:txBody>
      </p:sp>
      <p:sp>
        <p:nvSpPr>
          <p:cNvPr id="113" name="Connector 3"/>
          <p:cNvSpPr/>
          <p:nvPr/>
        </p:nvSpPr>
        <p:spPr>
          <a:xfrm>
            <a:off x="731519" y="3474720"/>
            <a:ext cx="1828802" cy="1"/>
          </a:xfrm>
          <a:prstGeom prst="line">
            <a:avLst/>
          </a:prstGeom>
          <a:ln w="19050">
            <a:solidFill>
              <a:srgbClr val="C9A461"/>
            </a:solidFill>
            <a:miter/>
          </a:ln>
        </p:spPr>
        <p:txBody>
          <a:bodyPr lIns="45719" rIns="45719"/>
          <a:lstStyle/>
          <a:p>
            <a:pPr/>
          </a:p>
        </p:txBody>
      </p:sp>
      <p:sp>
        <p:nvSpPr>
          <p:cNvPr id="114" name="TextBox 4"/>
          <p:cNvSpPr txBox="1"/>
          <p:nvPr/>
        </p:nvSpPr>
        <p:spPr>
          <a:xfrm>
            <a:off x="731519" y="3749040"/>
            <a:ext cx="548640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200">
                <a:solidFill>
                  <a:srgbClr val="F2EFE8"/>
                </a:solidFill>
                <a:latin typeface="Cambria"/>
                <a:ea typeface="Cambria"/>
                <a:cs typeface="Cambria"/>
                <a:sym typeface="Cambria"/>
              </a:defRPr>
            </a:lvl1pPr>
          </a:lstStyle>
          <a:p>
            <a:pPr/>
            <a:r>
              <a:t>Mom, never too serious for the camera.</a:t>
            </a:r>
          </a:p>
        </p:txBody>
      </p:sp>
      <p:pic>
        <p:nvPicPr>
          <p:cNvPr id="115" name="Picture 5" descr="Picture 5"/>
          <p:cNvPicPr>
            <a:picLocks noChangeAspect="1"/>
          </p:cNvPicPr>
          <p:nvPr/>
        </p:nvPicPr>
        <p:blipFill>
          <a:blip r:embed="rId2">
            <a:extLst/>
          </a:blip>
          <a:stretch>
            <a:fillRect/>
          </a:stretch>
        </p:blipFill>
        <p:spPr>
          <a:xfrm>
            <a:off x="7075169" y="1969044"/>
            <a:ext cx="4320541" cy="2919910"/>
          </a:xfrm>
          <a:prstGeom prst="rect">
            <a:avLst/>
          </a:prstGeom>
          <a:ln w="12700">
            <a:miter lim="400000"/>
          </a:ln>
          <a:effectLst>
            <a:outerShdw sx="100000" sy="100000" kx="0" ky="0" algn="b" rotWithShape="0" blurRad="101600" dist="38100" dir="2700000">
              <a:srgbClr val="000000">
                <a:alpha val="75000"/>
              </a:srgbClr>
            </a:outerShdw>
          </a:effectLst>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pic>
        <p:nvPicPr>
          <p:cNvPr id="117" name="Image 0" descr="Image 0"/>
          <p:cNvPicPr>
            <a:picLocks noChangeAspect="1"/>
          </p:cNvPicPr>
          <p:nvPr/>
        </p:nvPicPr>
        <p:blipFill>
          <a:blip r:embed="rId2">
            <a:extLst/>
          </a:blip>
          <a:stretch>
            <a:fillRect/>
          </a:stretch>
        </p:blipFill>
        <p:spPr>
          <a:xfrm>
            <a:off x="2427601" y="365759"/>
            <a:ext cx="7306320" cy="4937761"/>
          </a:xfrm>
          <a:prstGeom prst="rect">
            <a:avLst/>
          </a:prstGeom>
          <a:ln w="12700">
            <a:miter lim="400000"/>
          </a:ln>
          <a:effectLst>
            <a:outerShdw sx="100000" sy="100000" kx="0" ky="0" algn="b" rotWithShape="0" blurRad="101600" dist="38100" dir="2700000">
              <a:srgbClr val="000000">
                <a:alpha val="75000"/>
              </a:srgbClr>
            </a:outerShdw>
          </a:effectLst>
        </p:spPr>
      </p:pic>
      <p:sp>
        <p:nvSpPr>
          <p:cNvPr id="118" name="Text 0"/>
          <p:cNvSpPr txBox="1"/>
          <p:nvPr/>
        </p:nvSpPr>
        <p:spPr>
          <a:xfrm>
            <a:off x="731519" y="5549900"/>
            <a:ext cx="10698482" cy="330201"/>
          </a:xfrm>
          <a:prstGeom prst="rect">
            <a:avLst/>
          </a:prstGeom>
          <a:ln w="12700">
            <a:miter lim="400000"/>
          </a:ln>
        </p:spPr>
        <p:txBody>
          <a:bodyPr lIns="0" tIns="0" rIns="0" bIns="0" anchor="ctr">
            <a:spAutoFit/>
          </a:bodyPr>
          <a:lstStyle/>
          <a:p>
            <a:pPr algn="ctr">
              <a:defRPr sz="2200">
                <a:solidFill>
                  <a:srgbClr val="FFFFFF"/>
                </a:solidFill>
                <a:latin typeface="Cambria"/>
                <a:ea typeface="Cambria"/>
                <a:cs typeface="Cambria"/>
                <a:sym typeface="Cambria"/>
              </a:defRPr>
            </a:pPr>
          </a:p>
        </p:txBody>
      </p:sp>
      <p:sp>
        <p:nvSpPr>
          <p:cNvPr id="119" name="Text 1"/>
          <p:cNvSpPr txBox="1"/>
          <p:nvPr/>
        </p:nvSpPr>
        <p:spPr>
          <a:xfrm>
            <a:off x="914399" y="5943599"/>
            <a:ext cx="10332722"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D9D9D9"/>
                </a:solidFill>
              </a:defRPr>
            </a:lvl1pPr>
          </a:lstStyle>
          <a:p>
            <a:pPr/>
            <a:r>
              <a:t>Metedeconk</a:t>
            </a:r>
          </a:p>
        </p:txBody>
      </p:sp>
      <p:sp>
        <p:nvSpPr>
          <p:cNvPr id="120" name="Slide Number Placeholder 0"/>
          <p:cNvSpPr txBox="1"/>
          <p:nvPr>
            <p:ph type="sldNum" sz="quarter" idx="4294967295"/>
          </p:nvPr>
        </p:nvSpPr>
        <p:spPr>
          <a:xfrm>
            <a:off x="11700043" y="6473952"/>
            <a:ext cx="232878"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pic>
        <p:nvPicPr>
          <p:cNvPr id="122" name="Image 0" descr="Image 0"/>
          <p:cNvPicPr>
            <a:picLocks noChangeAspect="1"/>
          </p:cNvPicPr>
          <p:nvPr/>
        </p:nvPicPr>
        <p:blipFill>
          <a:blip r:embed="rId2">
            <a:extLst/>
          </a:blip>
          <a:stretch>
            <a:fillRect/>
          </a:stretch>
        </p:blipFill>
        <p:spPr>
          <a:xfrm>
            <a:off x="731519" y="1098727"/>
            <a:ext cx="5212081" cy="3471826"/>
          </a:xfrm>
          <a:prstGeom prst="rect">
            <a:avLst/>
          </a:prstGeom>
          <a:ln w="12700">
            <a:miter lim="400000"/>
          </a:ln>
          <a:effectLst>
            <a:outerShdw sx="100000" sy="100000" kx="0" ky="0" algn="b" rotWithShape="0" blurRad="101600" dist="38100" dir="2700000">
              <a:srgbClr val="000000">
                <a:alpha val="75000"/>
              </a:srgbClr>
            </a:outerShdw>
          </a:effectLst>
        </p:spPr>
      </p:pic>
      <p:pic>
        <p:nvPicPr>
          <p:cNvPr id="123" name="Image 1" descr="Image 1"/>
          <p:cNvPicPr>
            <a:picLocks noChangeAspect="1"/>
          </p:cNvPicPr>
          <p:nvPr/>
        </p:nvPicPr>
        <p:blipFill>
          <a:blip r:embed="rId3">
            <a:extLst/>
          </a:blip>
          <a:stretch>
            <a:fillRect/>
          </a:stretch>
        </p:blipFill>
        <p:spPr>
          <a:xfrm>
            <a:off x="6217920" y="1081353"/>
            <a:ext cx="5212080" cy="3506573"/>
          </a:xfrm>
          <a:prstGeom prst="rect">
            <a:avLst/>
          </a:prstGeom>
          <a:ln w="12700">
            <a:miter lim="400000"/>
          </a:ln>
          <a:effectLst>
            <a:outerShdw sx="100000" sy="100000" kx="0" ky="0" algn="b" rotWithShape="0" blurRad="101600" dist="38100" dir="2700000">
              <a:srgbClr val="000000">
                <a:alpha val="75000"/>
              </a:srgbClr>
            </a:outerShdw>
          </a:effectLst>
        </p:spPr>
      </p:pic>
      <p:sp>
        <p:nvSpPr>
          <p:cNvPr id="124" name="Text 0"/>
          <p:cNvSpPr txBox="1"/>
          <p:nvPr/>
        </p:nvSpPr>
        <p:spPr>
          <a:xfrm>
            <a:off x="731519" y="5549900"/>
            <a:ext cx="10698482" cy="330201"/>
          </a:xfrm>
          <a:prstGeom prst="rect">
            <a:avLst/>
          </a:prstGeom>
          <a:ln w="12700">
            <a:miter lim="400000"/>
          </a:ln>
        </p:spPr>
        <p:txBody>
          <a:bodyPr lIns="0" tIns="0" rIns="0" bIns="0" anchor="ctr">
            <a:spAutoFit/>
          </a:bodyPr>
          <a:lstStyle/>
          <a:p>
            <a:pPr algn="ctr">
              <a:defRPr sz="2200">
                <a:solidFill>
                  <a:srgbClr val="FFFFFF"/>
                </a:solidFill>
                <a:latin typeface="Cambria"/>
                <a:ea typeface="Cambria"/>
                <a:cs typeface="Cambria"/>
                <a:sym typeface="Cambria"/>
              </a:defRPr>
            </a:pPr>
          </a:p>
        </p:txBody>
      </p:sp>
      <p:sp>
        <p:nvSpPr>
          <p:cNvPr id="125" name="Slide Number Placeholder 0"/>
          <p:cNvSpPr txBox="1"/>
          <p:nvPr>
            <p:ph type="sldNum" sz="quarter" idx="4294967295"/>
          </p:nvPr>
        </p:nvSpPr>
        <p:spPr>
          <a:xfrm>
            <a:off x="11700043" y="6473952"/>
            <a:ext cx="232878"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