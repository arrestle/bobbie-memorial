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Mom, born to fly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A4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Phillip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Flying, and just for fun: Bobbie Restle, 1926 – 2026</a:t>
            </a:r>
            <a:endParaRPr lang="en-US" sz="1700" dirty="0"/>
          </a:p>
        </p:txBody>
      </p:sp>
      <p:pic>
        <p:nvPicPr>
          <p:cNvPr id="5" name="Image 0" descr="/private/tmp/claude-501/-Users-andrearestle-lay-Library-CloudStorage-GoogleDrive-andrearestlelay-gmail-com-My-Drive-2026-Meadowood/b871f448-9862-4656-8c1d-a157f8f50499/scratchpad/phil/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5170" y="548640"/>
            <a:ext cx="4320540" cy="576072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ndrearestle-lay-Library-CloudStorage-GoogleDrive-andrearestlelay-gmail-com-My-Drive-2026-Meadowood/b871f448-9862-4656-8c1d-a157f8f50499/scratchpad/phil/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365760"/>
            <a:ext cx="7498080" cy="493776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"Now Can I Fly Your Cessna, Dick!"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14400" y="5943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Bobbie with her brother Dick's Cessna, c. 1966, around the time she earned her pilot's license.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ndrearestle-lay-Library-CloudStorage-GoogleDrive-andrearestlelay-gmail-com-My-Drive-2026-Meadowood/b871f448-9862-4656-8c1d-a157f8f50499/scratchpad/phil/f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77742"/>
            <a:ext cx="5212080" cy="3513796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pic>
        <p:nvPicPr>
          <p:cNvPr id="3" name="Image 1" descr="/private/tmp/claude-501/-Users-andrearestle-lay-Library-CloudStorage-GoogleDrive-andrearestlelay-gmail-com-My-Drive-2026-Meadowood/b871f448-9862-4656-8c1d-a157f8f50499/scratchpad/phil/f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23340"/>
            <a:ext cx="5212080" cy="3422599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sp>
        <p:nvSpPr>
          <p:cNvPr id="4" name="Text 0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Flying over the refuge at 90, spring 2017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914400" y="5943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photo of Mom with her plane. On the back she wrote: "I wish I was able to still pilot a Cessna. Great Pilot - we will fly again!"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ndrearestle-lay-Library-CloudStorage-GoogleDrive-andrearestlelay-gmail-com-My-Drive-2026-Meadowood/b871f448-9862-4656-8c1d-a157f8f50499/scratchpad/phil/0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7601" y="365760"/>
            <a:ext cx="7306319" cy="493776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clowning around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14400" y="5943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porch in Andrea's early teens: Mom pretending to be strangled in the doorway, Andrea hamming it up behind Grandma Selma, who carries on calmly.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ndrearestle-lay-Library-CloudStorage-GoogleDrive-andrearestlelay-gmail-com-My-Drive-2026-Meadowood/b871f448-9862-4656-8c1d-a157f8f50499/scratchpad/phil/1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0684" y="365760"/>
            <a:ext cx="4880153" cy="493776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 gang, 1964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14400" y="5943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were definitely child labor and were worked hard." (Andrea)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ndrearestle-lay-Library-CloudStorage-GoogleDrive-andrearestlelay-gmail-com-My-Drive-2026-Meadowood/b871f448-9862-4656-8c1d-a157f8f50499/scratchpad/phil/2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8728"/>
            <a:ext cx="5212080" cy="3471824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pic>
        <p:nvPicPr>
          <p:cNvPr id="3" name="Image 1" descr="/private/tmp/claude-501/-Users-andrearestle-lay-Library-CloudStorage-GoogleDrive-andrearestlelay-gmail-com-My-Drive-2026-Meadowood/b871f448-9862-4656-8c1d-a157f8f50499/scratchpad/phil/2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81354"/>
            <a:ext cx="5212080" cy="3506572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8000"/>
              </a:srgbClr>
            </a:outerShdw>
          </a:effectLst>
        </p:spPr>
      </p:pic>
      <p:sp>
        <p:nvSpPr>
          <p:cNvPr id="4" name="Text 0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the wall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 Phillip</dc:title>
  <dc:subject>PptxGenJS Presentation</dc:subject>
  <dc:creator>PptxGenJS</dc:creator>
  <cp:lastModifiedBy>PptxGenJS</cp:lastModifiedBy>
  <cp:revision>1</cp:revision>
  <dcterms:created xsi:type="dcterms:W3CDTF">2026-09-30T00:41:40Z</dcterms:created>
  <dcterms:modified xsi:type="dcterms:W3CDTF">2026-09-30T00:41:40Z</dcterms:modified>
</cp:coreProperties>
</file>